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83" r:id="rId2"/>
    <p:sldId id="257" r:id="rId3"/>
    <p:sldId id="282" r:id="rId4"/>
    <p:sldId id="285" r:id="rId5"/>
    <p:sldId id="278" r:id="rId6"/>
    <p:sldId id="279" r:id="rId7"/>
    <p:sldId id="262" r:id="rId8"/>
    <p:sldId id="292" r:id="rId9"/>
    <p:sldId id="295" r:id="rId10"/>
    <p:sldId id="290" r:id="rId11"/>
    <p:sldId id="293" r:id="rId12"/>
    <p:sldId id="286" r:id="rId13"/>
    <p:sldId id="287" r:id="rId14"/>
    <p:sldId id="280" r:id="rId15"/>
    <p:sldId id="288" r:id="rId16"/>
    <p:sldId id="289"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746EE066-C99A-1548-0111-A8297267F854}" v="733" dt="2026-06-19T08:10:03.439"/>
    <p1510:client id="{86BCD85A-7972-A6FD-263D-01F0C6DCFF46}" v="8" dt="2026-06-19T08:02:34.666"/>
    <p1510:client id="{A6B9108B-7598-1D50-C4AA-8A38026DAEEF}" v="18" dt="2026-06-19T06:56:18.840"/>
    <p1510:client id="{F65B29D0-DD12-DDC3-5CE1-E2A91AABFDBA}" v="57" dt="2026-06-19T08:09:53.82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del">
          <ac:chgData name="Aman Shrivastava" userId="S::ashrivastava@edunetfoundation.org::c21995ab-fa37-4cde-b5a3-dec0fb9e9a10" providerId="AD" clId="Web-{088AD18C-7811-B1E2-9ED5-57A1A5542DF6}" dt="2026-06-19T06:20:45.745" v="122"/>
          <ac:spMkLst>
            <pc:docMk/>
            <pc:sldMk cId="0" sldId="257"/>
            <ac:spMk id="2" creationId="{20FC1D0F-7927-693D-B3A8-BEEE7BBB2D18}"/>
          </ac:spMkLst>
        </pc:spChg>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pChg chg="add del mod">
          <ac:chgData name="Aman Shrivastava" userId="S::ashrivastava@edunetfoundation.org::c21995ab-fa37-4cde-b5a3-dec0fb9e9a10" providerId="AD" clId="Web-{088AD18C-7811-B1E2-9ED5-57A1A5542DF6}" dt="2026-06-19T06:24:02.481" v="214"/>
          <ac:spMkLst>
            <pc:docMk/>
            <pc:sldMk cId="0" sldId="257"/>
            <ac:spMk id="5" creationId="{8CF059D9-DCD7-9C47-2E79-C5986ADDD187}"/>
          </ac:spMkLst>
        </pc:spChg>
        <pc:spChg chg="add del mod">
          <ac:chgData name="Aman Shrivastava" userId="S::ashrivastava@edunetfoundation.org::c21995ab-fa37-4cde-b5a3-dec0fb9e9a10" providerId="AD" clId="Web-{088AD18C-7811-B1E2-9ED5-57A1A5542DF6}" dt="2026-06-19T06:24:33.481" v="246"/>
          <ac:spMkLst>
            <pc:docMk/>
            <pc:sldMk cId="0" sldId="257"/>
            <ac:spMk id="6" creationId="{351EC9F7-1007-D29E-338A-EEE56747ED3E}"/>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picChg chg="del">
          <ac:chgData name="Aman Shrivastava" userId="S::ashrivastava@edunetfoundation.org::c21995ab-fa37-4cde-b5a3-dec0fb9e9a10" providerId="AD" clId="Web-{088AD18C-7811-B1E2-9ED5-57A1A5542DF6}" dt="2026-06-19T06:15:23.585" v="76"/>
          <ac:picMkLst>
            <pc:docMk/>
            <pc:sldMk cId="0" sldId="262"/>
            <ac:picMk id="178" creationId="{00000000-0000-0000-0000-000000000000}"/>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del mod">
          <ac:chgData name="Aman Shrivastava" userId="S::ashrivastava@edunetfoundation.org::c21995ab-fa37-4cde-b5a3-dec0fb9e9a10" providerId="AD" clId="Web-{088AD18C-7811-B1E2-9ED5-57A1A5542DF6}" dt="2026-06-19T06:18:45.275" v="79"/>
          <ac:picMkLst>
            <pc:docMk/>
            <pc:sldMk cId="2115484872" sldId="277"/>
            <ac:picMk id="2" creationId="{E9DB3200-E2EC-A058-B02D-E1510060484E}"/>
          </ac:picMkLst>
        </pc:picChg>
        <pc:picChg chg="del">
          <ac:chgData name="Aman Shrivastava" userId="S::ashrivastava@edunetfoundation.org::c21995ab-fa37-4cde-b5a3-dec0fb9e9a10" providerId="AD" clId="Web-{088AD18C-7811-B1E2-9ED5-57A1A5542DF6}" dt="2026-06-19T06:18:46.790" v="80"/>
          <ac:picMkLst>
            <pc:docMk/>
            <pc:sldMk cId="2115484872" sldId="277"/>
            <ac:picMk id="3" creationId="{03614573-D426-9337-9C0E-5207B9123920}"/>
          </ac:picMkLst>
        </pc:pic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inkChg chg="add del">
          <ac:chgData name="Aman Shrivastava" userId="S::ashrivastava@edunetfoundation.org::c21995ab-fa37-4cde-b5a3-dec0fb9e9a10" providerId="AD" clId="Web-{088AD18C-7811-B1E2-9ED5-57A1A5542DF6}" dt="2026-06-19T05:51:50.431" v="39"/>
          <ac:inkMkLst>
            <pc:docMk/>
            <pc:sldMk cId="2115484872" sldId="277"/>
            <ac:inkMk id="4" creationId="{339FEE3F-7BE8-8E7A-6A09-16BCB25AB1EE}"/>
          </ac:inkMkLst>
        </pc:inkChg>
        <pc:inkChg chg="add del">
          <ac:chgData name="Aman Shrivastava" userId="S::ashrivastava@edunetfoundation.org::c21995ab-fa37-4cde-b5a3-dec0fb9e9a10" providerId="AD" clId="Web-{088AD18C-7811-B1E2-9ED5-57A1A5542DF6}" dt="2026-06-19T05:52:04.134" v="45"/>
          <ac:inkMkLst>
            <pc:docMk/>
            <pc:sldMk cId="2115484872" sldId="277"/>
            <ac:inkMk id="6" creationId="{A89955C5-BB88-2BD8-C3DC-B49AE1FA753F}"/>
          </ac:inkMkLst>
        </pc:inkChg>
        <pc:inkChg chg="add del">
          <ac:chgData name="Aman Shrivastava" userId="S::ashrivastava@edunetfoundation.org::c21995ab-fa37-4cde-b5a3-dec0fb9e9a10" providerId="AD" clId="Web-{088AD18C-7811-B1E2-9ED5-57A1A5542DF6}" dt="2026-06-19T05:52:03.634" v="44"/>
          <ac:inkMkLst>
            <pc:docMk/>
            <pc:sldMk cId="2115484872" sldId="277"/>
            <ac:inkMk id="7" creationId="{215511CE-958D-7751-754D-0682F725A052}"/>
          </ac:inkMkLst>
        </pc:inkChg>
        <pc:inkChg chg="add del">
          <ac:chgData name="Aman Shrivastava" userId="S::ashrivastava@edunetfoundation.org::c21995ab-fa37-4cde-b5a3-dec0fb9e9a10" providerId="AD" clId="Web-{088AD18C-7811-B1E2-9ED5-57A1A5542DF6}" dt="2026-06-19T05:52:03.275" v="43"/>
          <ac:inkMkLst>
            <pc:docMk/>
            <pc:sldMk cId="2115484872" sldId="277"/>
            <ac:inkMk id="8" creationId="{54C6AFEC-9CCE-EC84-7FBE-A4154B140DC8}"/>
          </ac:inkMkLst>
        </pc:inkChg>
        <pc:inkChg chg="add del">
          <ac:chgData name="Aman Shrivastava" userId="S::ashrivastava@edunetfoundation.org::c21995ab-fa37-4cde-b5a3-dec0fb9e9a10" providerId="AD" clId="Web-{088AD18C-7811-B1E2-9ED5-57A1A5542DF6}" dt="2026-06-19T06:18:51.150" v="81"/>
          <ac:inkMkLst>
            <pc:docMk/>
            <pc:sldMk cId="2115484872" sldId="277"/>
            <ac:inkMk id="9" creationId="{4288BD03-6EE6-7ADE-E088-246DCEBA2D0E}"/>
          </ac:inkMkLst>
        </pc:inkChg>
        <pc:inkChg chg="add del">
          <ac:chgData name="Aman Shrivastava" userId="S::ashrivastava@edunetfoundation.org::c21995ab-fa37-4cde-b5a3-dec0fb9e9a10" providerId="AD" clId="Web-{088AD18C-7811-B1E2-9ED5-57A1A5542DF6}" dt="2026-06-19T06:18:53.494" v="82"/>
          <ac:inkMkLst>
            <pc:docMk/>
            <pc:sldMk cId="2115484872" sldId="277"/>
            <ac:inkMk id="10" creationId="{64412BAE-99D1-29B6-F8E0-FFAEAC5EF7CE}"/>
          </ac:inkMkLst>
        </pc:inkChg>
        <pc:inkChg chg="add del">
          <ac:chgData name="Aman Shrivastava" userId="S::ashrivastava@edunetfoundation.org::c21995ab-fa37-4cde-b5a3-dec0fb9e9a10" providerId="AD" clId="Web-{088AD18C-7811-B1E2-9ED5-57A1A5542DF6}" dt="2026-06-19T06:06:19.409" v="69"/>
          <ac:inkMkLst>
            <pc:docMk/>
            <pc:sldMk cId="2115484872" sldId="277"/>
            <ac:inkMk id="11" creationId="{75A70817-4D26-F5D5-7B43-3BF146ADCFA3}"/>
          </ac:inkMkLst>
        </pc:ink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del">
          <ac:chgData name="Aman Shrivastava" userId="S::ashrivastava@edunetfoundation.org::c21995ab-fa37-4cde-b5a3-dec0fb9e9a10" providerId="AD" clId="Web-{088AD18C-7811-B1E2-9ED5-57A1A5542DF6}" dt="2026-06-19T06:09:56.270" v="70"/>
          <ac:picMkLst>
            <pc:docMk/>
            <pc:sldMk cId="2772501912" sldId="279"/>
            <ac:picMk id="3" creationId="{11BF3590-52D3-DC9D-2C84-E66D9597D77D}"/>
          </ac:picMkLst>
        </pc:picChg>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
        <pc:chgData name="Aman Shrivastava" userId="S::ashrivastava@edunetfoundation.org::c21995ab-fa37-4cde-b5a3-dec0fb9e9a10" providerId="AD" clId="Web-{088AD18C-7811-B1E2-9ED5-57A1A5542DF6}" dt="2026-06-19T06:28:32.545" v="260"/>
        <pc:sldMkLst>
          <pc:docMk/>
          <pc:sldMk cId="4218467252" sldId="284"/>
        </pc:sldMkLst>
        <pc:inkChg chg="add">
          <ac:chgData name="Aman Shrivastava" userId="S::ashrivastava@edunetfoundation.org::c21995ab-fa37-4cde-b5a3-dec0fb9e9a10" providerId="AD" clId="Web-{088AD18C-7811-B1E2-9ED5-57A1A5542DF6}" dt="2026-06-19T06:02:12.187" v="49"/>
          <ac:inkMkLst>
            <pc:docMk/>
            <pc:sldMk cId="4218467252" sldId="284"/>
            <ac:inkMk id="4" creationId="{022D0B6B-16B4-5876-55B2-3ACEECC98828}"/>
          </ac:inkMkLst>
        </pc:ink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pChg chg="add del">
          <ac:chgData name="Aman Shrivastava" userId="S::ashrivastava@edunetfoundation.org::c21995ab-fa37-4cde-b5a3-dec0fb9e9a10" providerId="AD" clId="Web-{088AD18C-7811-B1E2-9ED5-57A1A5542DF6}" dt="2026-06-19T05:52:06.978" v="46"/>
          <ac:spMkLst>
            <pc:docMk/>
            <pc:sldMk cId="2605851928" sldId="287"/>
            <ac:spMk id="2" creationId="{22776EB6-691D-8F86-ABF4-9D27BDFB77FE}"/>
          </ac:spMkLst>
        </pc:spChg>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del">
          <ac:chgData name="Aman Shrivastava" userId="S::ashrivastava@edunetfoundation.org::c21995ab-fa37-4cde-b5a3-dec0fb9e9a10" providerId="AD" clId="Web-{088AD18C-7811-B1E2-9ED5-57A1A5542DF6}" dt="2026-06-19T05:41:05.877" v="1"/>
          <ac:spMkLst>
            <pc:docMk/>
            <pc:sldMk cId="1229047658" sldId="288"/>
            <ac:spMk id="2" creationId="{DF28AC7D-07EA-A945-E96E-15036A9DB45D}"/>
          </ac:spMkLst>
        </pc:spChg>
        <pc:spChg chg="del">
          <ac:chgData name="Aman Shrivastava" userId="S::ashrivastava@edunetfoundation.org::c21995ab-fa37-4cde-b5a3-dec0fb9e9a10" providerId="AD" clId="Web-{088AD18C-7811-B1E2-9ED5-57A1A5542DF6}" dt="2026-06-19T05:41:09.174" v="2"/>
          <ac:spMkLst>
            <pc:docMk/>
            <pc:sldMk cId="1229047658" sldId="288"/>
            <ac:spMk id="3" creationId="{6E0CE283-F2CE-BB1E-A169-02FBC85A94BA}"/>
          </ac:spMkLst>
        </pc:spChg>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picChg chg="add mod">
          <ac:chgData name="Aman Shrivastava" userId="S::ashrivastava@edunetfoundation.org::c21995ab-fa37-4cde-b5a3-dec0fb9e9a10" providerId="AD" clId="Web-{088AD18C-7811-B1E2-9ED5-57A1A5542DF6}" dt="2026-06-19T05:48:40.427" v="14" actId="14100"/>
          <ac:picMkLst>
            <pc:docMk/>
            <pc:sldMk cId="1229047658" sldId="288"/>
            <ac:picMk id="4" creationId="{AD88C341-1F2F-9B6F-593F-2917E7E23DCB}"/>
          </ac:picMkLst>
        </pc:picChg>
        <pc:picChg chg="add mod">
          <ac:chgData name="Aman Shrivastava" userId="S::ashrivastava@edunetfoundation.org::c21995ab-fa37-4cde-b5a3-dec0fb9e9a10" providerId="AD" clId="Web-{088AD18C-7811-B1E2-9ED5-57A1A5542DF6}" dt="2026-06-19T05:48:32.318" v="12" actId="14100"/>
          <ac:picMkLst>
            <pc:docMk/>
            <pc:sldMk cId="1229047658" sldId="288"/>
            <ac:picMk id="5" creationId="{78BE1AD4-7C9B-6215-1BD9-9999437CD770}"/>
          </ac:picMkLst>
        </pc:picChg>
      </pc:sldChg>
    </pc:docChg>
  </pc:docChgLst>
  <pc:docChgLst>
    <pc:chgData name="Aswini Kumar Motapothula" userId="S::aswinikumar@edunetfoundation.org::8849ae8d-bc89-4217-899c-9440ffcae5bb" providerId="AD" clId="Web-{F65B29D0-DD12-DDC3-5CE1-E2A91AABFDBA}"/>
    <pc:docChg chg="modSld">
      <pc:chgData name="Aswini Kumar Motapothula" userId="S::aswinikumar@edunetfoundation.org::8849ae8d-bc89-4217-899c-9440ffcae5bb" providerId="AD" clId="Web-{F65B29D0-DD12-DDC3-5CE1-E2A91AABFDBA}" dt="2026-06-19T08:09:39.201" v="41" actId="20577"/>
      <pc:docMkLst>
        <pc:docMk/>
      </pc:docMkLst>
      <pc:sldChg chg="modSp">
        <pc:chgData name="Aswini Kumar Motapothula" userId="S::aswinikumar@edunetfoundation.org::8849ae8d-bc89-4217-899c-9440ffcae5bb" providerId="AD" clId="Web-{F65B29D0-DD12-DDC3-5CE1-E2A91AABFDBA}" dt="2026-06-19T08:09:39.201" v="41" actId="20577"/>
        <pc:sldMkLst>
          <pc:docMk/>
          <pc:sldMk cId="2136706720" sldId="280"/>
        </pc:sldMkLst>
        <pc:spChg chg="mod">
          <ac:chgData name="Aswini Kumar Motapothula" userId="S::aswinikumar@edunetfoundation.org::8849ae8d-bc89-4217-899c-9440ffcae5bb" providerId="AD" clId="Web-{F65B29D0-DD12-DDC3-5CE1-E2A91AABFDBA}" dt="2026-06-19T08:09:39.201" v="41" actId="20577"/>
          <ac:spMkLst>
            <pc:docMk/>
            <pc:sldMk cId="2136706720" sldId="280"/>
            <ac:spMk id="279" creationId="{EAFA16CB-0A72-5AC5-69A0-ABF4A752B43F}"/>
          </ac:spMkLst>
        </pc:spChg>
      </pc:sldChg>
      <pc:sldChg chg="modSp">
        <pc:chgData name="Aswini Kumar Motapothula" userId="S::aswinikumar@edunetfoundation.org::8849ae8d-bc89-4217-899c-9440ffcae5bb" providerId="AD" clId="Web-{F65B29D0-DD12-DDC3-5CE1-E2A91AABFDBA}" dt="2026-06-19T08:04:30.126" v="9" actId="20577"/>
        <pc:sldMkLst>
          <pc:docMk/>
          <pc:sldMk cId="2952584201" sldId="282"/>
        </pc:sldMkLst>
        <pc:spChg chg="mod">
          <ac:chgData name="Aswini Kumar Motapothula" userId="S::aswinikumar@edunetfoundation.org::8849ae8d-bc89-4217-899c-9440ffcae5bb" providerId="AD" clId="Web-{F65B29D0-DD12-DDC3-5CE1-E2A91AABFDBA}" dt="2026-06-19T08:04:30.126" v="9" actId="20577"/>
          <ac:spMkLst>
            <pc:docMk/>
            <pc:sldMk cId="2952584201" sldId="282"/>
            <ac:spMk id="2" creationId="{C6F6745E-14BA-0766-CE1E-32E29663832D}"/>
          </ac:spMkLst>
        </pc:spChg>
      </pc:sldChg>
      <pc:sldChg chg="modSp">
        <pc:chgData name="Aswini Kumar Motapothula" userId="S::aswinikumar@edunetfoundation.org::8849ae8d-bc89-4217-899c-9440ffcae5bb" providerId="AD" clId="Web-{F65B29D0-DD12-DDC3-5CE1-E2A91AABFDBA}" dt="2026-06-19T08:07:04.914" v="24" actId="20577"/>
        <pc:sldMkLst>
          <pc:docMk/>
          <pc:sldMk cId="2290294991" sldId="285"/>
        </pc:sldMkLst>
        <pc:spChg chg="mod">
          <ac:chgData name="Aswini Kumar Motapothula" userId="S::aswinikumar@edunetfoundation.org::8849ae8d-bc89-4217-899c-9440ffcae5bb" providerId="AD" clId="Web-{F65B29D0-DD12-DDC3-5CE1-E2A91AABFDBA}" dt="2026-06-19T08:07:04.914" v="24" actId="20577"/>
          <ac:spMkLst>
            <pc:docMk/>
            <pc:sldMk cId="2290294991" sldId="285"/>
            <ac:spMk id="2" creationId="{4A1BF701-ABCA-4DF0-8330-B6AF71EF8E39}"/>
          </ac:spMkLst>
        </pc:spChg>
        <pc:spChg chg="mod">
          <ac:chgData name="Aswini Kumar Motapothula" userId="S::aswinikumar@edunetfoundation.org::8849ae8d-bc89-4217-899c-9440ffcae5bb" providerId="AD" clId="Web-{F65B29D0-DD12-DDC3-5CE1-E2A91AABFDBA}" dt="2026-06-19T08:06:54.757" v="20" actId="1076"/>
          <ac:spMkLst>
            <pc:docMk/>
            <pc:sldMk cId="2290294991" sldId="285"/>
            <ac:spMk id="3" creationId="{527F30CC-07EF-8FCC-DA00-C9212F5DAECE}"/>
          </ac:spMkLst>
        </pc:spChg>
      </pc:sldChg>
      <pc:sldChg chg="modSp">
        <pc:chgData name="Aswini Kumar Motapothula" userId="S::aswinikumar@edunetfoundation.org::8849ae8d-bc89-4217-899c-9440ffcae5bb" providerId="AD" clId="Web-{F65B29D0-DD12-DDC3-5CE1-E2A91AABFDBA}" dt="2026-06-19T08:08:22.761" v="35" actId="14100"/>
        <pc:sldMkLst>
          <pc:docMk/>
          <pc:sldMk cId="917964102" sldId="286"/>
        </pc:sldMkLst>
        <pc:spChg chg="mod">
          <ac:chgData name="Aswini Kumar Motapothula" userId="S::aswinikumar@edunetfoundation.org::8849ae8d-bc89-4217-899c-9440ffcae5bb" providerId="AD" clId="Web-{F65B29D0-DD12-DDC3-5CE1-E2A91AABFDBA}" dt="2026-06-19T08:08:22.761" v="35" actId="14100"/>
          <ac:spMkLst>
            <pc:docMk/>
            <pc:sldMk cId="917964102" sldId="286"/>
            <ac:spMk id="3" creationId="{ED65F54F-855A-0DB6-09A6-3212C5F7405B}"/>
          </ac:spMkLst>
        </pc:sp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del">
          <ac:chgData name="Aswini Kumar Motapothula" userId="S::aswinikumar@edunetfoundation.org::8849ae8d-bc89-4217-899c-9440ffcae5bb" providerId="AD" clId="Web-{0037A25B-DA5D-A37C-3B36-7F0977405ABF}" dt="2026-06-19T05:52:55.794" v="1"/>
          <ac:spMkLst>
            <pc:docMk/>
            <pc:sldMk cId="1229047658" sldId="288"/>
            <ac:spMk id="2" creationId="{AEE9AF93-8291-7FBB-4169-9C96AABF542F}"/>
          </ac:spMkLst>
        </pc:spChg>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picChg chg="mod">
          <ac:chgData name="Aswini Kumar Motapothula" userId="S::aswinikumar@edunetfoundation.org::8849ae8d-bc89-4217-899c-9440ffcae5bb" providerId="AD" clId="Web-{0037A25B-DA5D-A37C-3B36-7F0977405ABF}" dt="2026-06-19T05:54:10.419" v="46" actId="1076"/>
          <ac:picMkLst>
            <pc:docMk/>
            <pc:sldMk cId="1229047658" sldId="288"/>
            <ac:picMk id="4" creationId="{AD88C341-1F2F-9B6F-593F-2917E7E23DCB}"/>
          </ac:picMkLst>
        </pc:picChg>
        <pc:picChg chg="del mod">
          <ac:chgData name="Aswini Kumar Motapothula" userId="S::aswinikumar@edunetfoundation.org::8849ae8d-bc89-4217-899c-9440ffcae5bb" providerId="AD" clId="Web-{0037A25B-DA5D-A37C-3B36-7F0977405ABF}" dt="2026-06-19T05:54:19.904" v="49"/>
          <ac:picMkLst>
            <pc:docMk/>
            <pc:sldMk cId="1229047658" sldId="288"/>
            <ac:picMk id="5" creationId="{78BE1AD4-7C9B-6215-1BD9-9999437CD770}"/>
          </ac:picMkLst>
        </pc:pic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del">
          <ac:chgData name="Aswini Kumar Motapothula" userId="S::aswinikumar@edunetfoundation.org::8849ae8d-bc89-4217-899c-9440ffcae5bb" providerId="AD" clId="Web-{0037A25B-DA5D-A37C-3B36-7F0977405ABF}" dt="2026-06-19T05:54:27.466" v="53"/>
          <ac:spMkLst>
            <pc:docMk/>
            <pc:sldMk cId="2506610743" sldId="289"/>
            <ac:spMk id="2" creationId="{CB0171ED-6665-28B2-1F95-D5DB94297A27}"/>
          </ac:spMkLst>
        </pc:spChg>
        <pc:spChg chg="del">
          <ac:chgData name="Aswini Kumar Motapothula" userId="S::aswinikumar@edunetfoundation.org::8849ae8d-bc89-4217-899c-9440ffcae5bb" providerId="AD" clId="Web-{0037A25B-DA5D-A37C-3B36-7F0977405ABF}" dt="2026-06-19T05:54:30.450" v="54"/>
          <ac:spMkLst>
            <pc:docMk/>
            <pc:sldMk cId="2506610743" sldId="289"/>
            <ac:spMk id="3" creationId="{7D69201D-F352-BEC5-9310-979DE8898B63}"/>
          </ac:spMkLst>
        </pc:spChg>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swini Kumar Motapothula" userId="S::aswinikumar@edunetfoundation.org::8849ae8d-bc89-4217-899c-9440ffcae5bb" providerId="AD" clId="Web-{86BCD85A-7972-A6FD-263D-01F0C6DCFF46}"/>
    <pc:docChg chg="modSld">
      <pc:chgData name="Aswini Kumar Motapothula" userId="S::aswinikumar@edunetfoundation.org::8849ae8d-bc89-4217-899c-9440ffcae5bb" providerId="AD" clId="Web-{86BCD85A-7972-A6FD-263D-01F0C6DCFF46}" dt="2026-06-19T08:02:34.666" v="7" actId="14100"/>
      <pc:docMkLst>
        <pc:docMk/>
      </pc:docMkLst>
      <pc:sldChg chg="modSp">
        <pc:chgData name="Aswini Kumar Motapothula" userId="S::aswinikumar@edunetfoundation.org::8849ae8d-bc89-4217-899c-9440ffcae5bb" providerId="AD" clId="Web-{86BCD85A-7972-A6FD-263D-01F0C6DCFF46}" dt="2026-06-19T08:02:34.666" v="7" actId="14100"/>
        <pc:sldMkLst>
          <pc:docMk/>
          <pc:sldMk cId="2952584201" sldId="282"/>
        </pc:sldMkLst>
        <pc:spChg chg="mod">
          <ac:chgData name="Aswini Kumar Motapothula" userId="S::aswinikumar@edunetfoundation.org::8849ae8d-bc89-4217-899c-9440ffcae5bb" providerId="AD" clId="Web-{86BCD85A-7972-A6FD-263D-01F0C6DCFF46}" dt="2026-06-19T08:02:34.666" v="7" actId="14100"/>
          <ac:spMkLst>
            <pc:docMk/>
            <pc:sldMk cId="2952584201" sldId="282"/>
            <ac:spMk id="2" creationId="{C6F6745E-14BA-0766-CE1E-32E29663832D}"/>
          </ac:spMkLst>
        </pc:spChg>
        <pc:spChg chg="mod">
          <ac:chgData name="Aswini Kumar Motapothula" userId="S::aswinikumar@edunetfoundation.org::8849ae8d-bc89-4217-899c-9440ffcae5bb" providerId="AD" clId="Web-{86BCD85A-7972-A6FD-263D-01F0C6DCFF46}" dt="2026-06-19T08:02:27.557" v="5" actId="1076"/>
          <ac:spMkLst>
            <pc:docMk/>
            <pc:sldMk cId="2952584201" sldId="282"/>
            <ac:spMk id="3" creationId="{3847FA31-EA47-D27A-9D69-AF50A3080AEC}"/>
          </ac:spMkLst>
        </pc:spChg>
      </pc:sldChg>
    </pc:docChg>
  </pc:docChgLst>
  <pc:docChgLst>
    <pc:chgData name="Aman Shrivastava" userId="S::ashrivastava@edunetfoundation.org::c21995ab-fa37-4cde-b5a3-dec0fb9e9a10" providerId="AD" clId="Web-{746EE066-C99A-1548-0111-A8297267F854}"/>
    <pc:docChg chg="addSld delSld modSld">
      <pc:chgData name="Aman Shrivastava" userId="S::ashrivastava@edunetfoundation.org::c21995ab-fa37-4cde-b5a3-dec0fb9e9a10" providerId="AD" clId="Web-{746EE066-C99A-1548-0111-A8297267F854}" dt="2026-06-19T08:03:40.452" v="526" actId="20577"/>
      <pc:docMkLst>
        <pc:docMk/>
      </pc:docMkLst>
      <pc:sldChg chg="addSp delSp modSp">
        <pc:chgData name="Aman Shrivastava" userId="S::ashrivastava@edunetfoundation.org::c21995ab-fa37-4cde-b5a3-dec0fb9e9a10" providerId="AD" clId="Web-{746EE066-C99A-1548-0111-A8297267F854}" dt="2026-06-19T07:33:24.112" v="275" actId="1076"/>
        <pc:sldMkLst>
          <pc:docMk/>
          <pc:sldMk cId="0" sldId="262"/>
        </pc:sldMkLst>
        <pc:spChg chg="mod">
          <ac:chgData name="Aman Shrivastava" userId="S::ashrivastava@edunetfoundation.org::c21995ab-fa37-4cde-b5a3-dec0fb9e9a10" providerId="AD" clId="Web-{746EE066-C99A-1548-0111-A8297267F854}" dt="2026-06-19T07:19:09.981" v="163" actId="20577"/>
          <ac:spMkLst>
            <pc:docMk/>
            <pc:sldMk cId="0" sldId="262"/>
            <ac:spMk id="2" creationId="{78578745-3233-E2C4-2AF4-55BA57C68D3F}"/>
          </ac:spMkLst>
        </pc:spChg>
        <pc:picChg chg="del">
          <ac:chgData name="Aman Shrivastava" userId="S::ashrivastava@edunetfoundation.org::c21995ab-fa37-4cde-b5a3-dec0fb9e9a10" providerId="AD" clId="Web-{746EE066-C99A-1548-0111-A8297267F854}" dt="2026-06-19T07:19:13.309" v="164"/>
          <ac:picMkLst>
            <pc:docMk/>
            <pc:sldMk cId="0" sldId="262"/>
            <ac:picMk id="3" creationId="{81932CE2-F219-0CA8-0102-55B8C682B8A2}"/>
          </ac:picMkLst>
        </pc:picChg>
        <pc:picChg chg="add del mod">
          <ac:chgData name="Aman Shrivastava" userId="S::ashrivastava@edunetfoundation.org::c21995ab-fa37-4cde-b5a3-dec0fb9e9a10" providerId="AD" clId="Web-{746EE066-C99A-1548-0111-A8297267F854}" dt="2026-06-19T07:29:54.157" v="233"/>
          <ac:picMkLst>
            <pc:docMk/>
            <pc:sldMk cId="0" sldId="262"/>
            <ac:picMk id="4" creationId="{0F696AEB-6B26-EBFD-A6E6-04C93CAD4B8C}"/>
          </ac:picMkLst>
        </pc:picChg>
        <pc:picChg chg="add del mod">
          <ac:chgData name="Aman Shrivastava" userId="S::ashrivastava@edunetfoundation.org::c21995ab-fa37-4cde-b5a3-dec0fb9e9a10" providerId="AD" clId="Web-{746EE066-C99A-1548-0111-A8297267F854}" dt="2026-06-19T07:29:56.517" v="237"/>
          <ac:picMkLst>
            <pc:docMk/>
            <pc:sldMk cId="0" sldId="262"/>
            <ac:picMk id="5" creationId="{F8CE1B1B-3500-D06D-3892-955863EE0956}"/>
          </ac:picMkLst>
        </pc:picChg>
        <pc:picChg chg="add del mod modCrop">
          <ac:chgData name="Aman Shrivastava" userId="S::ashrivastava@edunetfoundation.org::c21995ab-fa37-4cde-b5a3-dec0fb9e9a10" providerId="AD" clId="Web-{746EE066-C99A-1548-0111-A8297267F854}" dt="2026-06-19T07:29:56.517" v="236"/>
          <ac:picMkLst>
            <pc:docMk/>
            <pc:sldMk cId="0" sldId="262"/>
            <ac:picMk id="6" creationId="{F45CC5AC-2F8D-421D-1A37-7A9E76322E5D}"/>
          </ac:picMkLst>
        </pc:picChg>
        <pc:picChg chg="add del mod">
          <ac:chgData name="Aman Shrivastava" userId="S::ashrivastava@edunetfoundation.org::c21995ab-fa37-4cde-b5a3-dec0fb9e9a10" providerId="AD" clId="Web-{746EE066-C99A-1548-0111-A8297267F854}" dt="2026-06-19T07:29:56.517" v="235"/>
          <ac:picMkLst>
            <pc:docMk/>
            <pc:sldMk cId="0" sldId="262"/>
            <ac:picMk id="7" creationId="{69FDCDC6-90F3-79E6-2538-18F3B1941DB9}"/>
          </ac:picMkLst>
        </pc:picChg>
        <pc:picChg chg="add del mod">
          <ac:chgData name="Aman Shrivastava" userId="S::ashrivastava@edunetfoundation.org::c21995ab-fa37-4cde-b5a3-dec0fb9e9a10" providerId="AD" clId="Web-{746EE066-C99A-1548-0111-A8297267F854}" dt="2026-06-19T07:29:56.517" v="234"/>
          <ac:picMkLst>
            <pc:docMk/>
            <pc:sldMk cId="0" sldId="262"/>
            <ac:picMk id="8" creationId="{05863A03-B1E0-BE27-CF99-55E9060C4385}"/>
          </ac:picMkLst>
        </pc:picChg>
        <pc:picChg chg="add del mod">
          <ac:chgData name="Aman Shrivastava" userId="S::ashrivastava@edunetfoundation.org::c21995ab-fa37-4cde-b5a3-dec0fb9e9a10" providerId="AD" clId="Web-{746EE066-C99A-1548-0111-A8297267F854}" dt="2026-06-19T07:33:18.534" v="272"/>
          <ac:picMkLst>
            <pc:docMk/>
            <pc:sldMk cId="0" sldId="262"/>
            <ac:picMk id="9" creationId="{1716D2F2-E7B8-D486-127F-EAEF8FFF8A47}"/>
          </ac:picMkLst>
        </pc:picChg>
        <pc:picChg chg="add del mod modCrop">
          <ac:chgData name="Aman Shrivastava" userId="S::ashrivastava@edunetfoundation.org::c21995ab-fa37-4cde-b5a3-dec0fb9e9a10" providerId="AD" clId="Web-{746EE066-C99A-1548-0111-A8297267F854}" dt="2026-06-19T07:31:57.002" v="257"/>
          <ac:picMkLst>
            <pc:docMk/>
            <pc:sldMk cId="0" sldId="262"/>
            <ac:picMk id="10" creationId="{2025DD85-F610-635E-3EE7-1A0AFFF721A5}"/>
          </ac:picMkLst>
        </pc:picChg>
        <pc:picChg chg="add mod">
          <ac:chgData name="Aman Shrivastava" userId="S::ashrivastava@edunetfoundation.org::c21995ab-fa37-4cde-b5a3-dec0fb9e9a10" providerId="AD" clId="Web-{746EE066-C99A-1548-0111-A8297267F854}" dt="2026-06-19T07:33:24.112" v="275" actId="1076"/>
          <ac:picMkLst>
            <pc:docMk/>
            <pc:sldMk cId="0" sldId="262"/>
            <ac:picMk id="12" creationId="{EA32AEB0-3A3B-DE1A-F3F6-817D1B453D04}"/>
          </ac:picMkLst>
        </pc:picChg>
        <pc:cxnChg chg="add del">
          <ac:chgData name="Aman Shrivastava" userId="S::ashrivastava@edunetfoundation.org::c21995ab-fa37-4cde-b5a3-dec0fb9e9a10" providerId="AD" clId="Web-{746EE066-C99A-1548-0111-A8297267F854}" dt="2026-06-19T07:33:20.831" v="273"/>
          <ac:cxnSpMkLst>
            <pc:docMk/>
            <pc:sldMk cId="0" sldId="262"/>
            <ac:cxnSpMk id="11" creationId="{2CFD3717-A15E-B9D4-66DE-AC2009D620FF}"/>
          </ac:cxnSpMkLst>
        </pc:cxnChg>
      </pc:sldChg>
      <pc:sldChg chg="modSp del">
        <pc:chgData name="Aman Shrivastava" userId="S::ashrivastava@edunetfoundation.org::c21995ab-fa37-4cde-b5a3-dec0fb9e9a10" providerId="AD" clId="Web-{746EE066-C99A-1548-0111-A8297267F854}" dt="2026-06-19T07:50:41.135" v="385"/>
        <pc:sldMkLst>
          <pc:docMk/>
          <pc:sldMk cId="0" sldId="264"/>
        </pc:sldMkLst>
        <pc:spChg chg="mod">
          <ac:chgData name="Aman Shrivastava" userId="S::ashrivastava@edunetfoundation.org::c21995ab-fa37-4cde-b5a3-dec0fb9e9a10" providerId="AD" clId="Web-{746EE066-C99A-1548-0111-A8297267F854}" dt="2026-06-19T07:34:47.159" v="298" actId="20577"/>
          <ac:spMkLst>
            <pc:docMk/>
            <pc:sldMk cId="0" sldId="264"/>
            <ac:spMk id="2" creationId="{B84A7B44-8B20-5A39-ED43-DA98D0FC7976}"/>
          </ac:spMkLst>
        </pc:spChg>
      </pc:sldChg>
      <pc:sldChg chg="del">
        <pc:chgData name="Aman Shrivastava" userId="S::ashrivastava@edunetfoundation.org::c21995ab-fa37-4cde-b5a3-dec0fb9e9a10" providerId="AD" clId="Web-{746EE066-C99A-1548-0111-A8297267F854}" dt="2026-06-19T07:34:25.847" v="285"/>
        <pc:sldMkLst>
          <pc:docMk/>
          <pc:sldMk cId="2115484872" sldId="277"/>
        </pc:sldMkLst>
      </pc:sldChg>
      <pc:sldChg chg="modSp">
        <pc:chgData name="Aman Shrivastava" userId="S::ashrivastava@edunetfoundation.org::c21995ab-fa37-4cde-b5a3-dec0fb9e9a10" providerId="AD" clId="Web-{746EE066-C99A-1548-0111-A8297267F854}" dt="2026-06-19T07:09:08.492" v="111" actId="20577"/>
        <pc:sldMkLst>
          <pc:docMk/>
          <pc:sldMk cId="3764405840" sldId="278"/>
        </pc:sldMkLst>
        <pc:spChg chg="mod">
          <ac:chgData name="Aman Shrivastava" userId="S::ashrivastava@edunetfoundation.org::c21995ab-fa37-4cde-b5a3-dec0fb9e9a10" providerId="AD" clId="Web-{746EE066-C99A-1548-0111-A8297267F854}" dt="2026-06-19T07:09:08.492" v="111" actId="20577"/>
          <ac:spMkLst>
            <pc:docMk/>
            <pc:sldMk cId="3764405840" sldId="278"/>
            <ac:spMk id="2" creationId="{151FBD4A-3273-E454-091D-D5B0678FC299}"/>
          </ac:spMkLst>
        </pc:spChg>
        <pc:spChg chg="mod">
          <ac:chgData name="Aman Shrivastava" userId="S::ashrivastava@edunetfoundation.org::c21995ab-fa37-4cde-b5a3-dec0fb9e9a10" providerId="AD" clId="Web-{746EE066-C99A-1548-0111-A8297267F854}" dt="2026-06-19T07:08:41.320" v="108" actId="20577"/>
          <ac:spMkLst>
            <pc:docMk/>
            <pc:sldMk cId="3764405840" sldId="278"/>
            <ac:spMk id="3" creationId="{4A7608B5-9906-EFCF-959A-E89FC2E3EE19}"/>
          </ac:spMkLst>
        </pc:spChg>
      </pc:sldChg>
      <pc:sldChg chg="addSp delSp modSp">
        <pc:chgData name="Aman Shrivastava" userId="S::ashrivastava@edunetfoundation.org::c21995ab-fa37-4cde-b5a3-dec0fb9e9a10" providerId="AD" clId="Web-{746EE066-C99A-1548-0111-A8297267F854}" dt="2026-06-19T07:36:01.988" v="320" actId="1076"/>
        <pc:sldMkLst>
          <pc:docMk/>
          <pc:sldMk cId="2772501912" sldId="279"/>
        </pc:sldMkLst>
        <pc:spChg chg="mod">
          <ac:chgData name="Aman Shrivastava" userId="S::ashrivastava@edunetfoundation.org::c21995ab-fa37-4cde-b5a3-dec0fb9e9a10" providerId="AD" clId="Web-{746EE066-C99A-1548-0111-A8297267F854}" dt="2026-06-19T07:18:42.903" v="130" actId="20577"/>
          <ac:spMkLst>
            <pc:docMk/>
            <pc:sldMk cId="2772501912" sldId="279"/>
            <ac:spMk id="2" creationId="{B64CF172-D2AF-03D8-F919-AA7827A0D969}"/>
          </ac:spMkLst>
        </pc:spChg>
        <pc:picChg chg="add del mod">
          <ac:chgData name="Aman Shrivastava" userId="S::ashrivastava@edunetfoundation.org::c21995ab-fa37-4cde-b5a3-dec0fb9e9a10" providerId="AD" clId="Web-{746EE066-C99A-1548-0111-A8297267F854}" dt="2026-06-19T07:32:58.705" v="269"/>
          <ac:picMkLst>
            <pc:docMk/>
            <pc:sldMk cId="2772501912" sldId="279"/>
            <ac:picMk id="3" creationId="{79117BD4-0548-0DB9-01AC-F1ABEE4D9968}"/>
          </ac:picMkLst>
        </pc:picChg>
        <pc:picChg chg="del">
          <ac:chgData name="Aman Shrivastava" userId="S::ashrivastava@edunetfoundation.org::c21995ab-fa37-4cde-b5a3-dec0fb9e9a10" providerId="AD" clId="Web-{746EE066-C99A-1548-0111-A8297267F854}" dt="2026-06-19T07:19:15.793" v="165"/>
          <ac:picMkLst>
            <pc:docMk/>
            <pc:sldMk cId="2772501912" sldId="279"/>
            <ac:picMk id="4" creationId="{C597681A-DF93-B190-DD21-CBAEDA4E3CBF}"/>
          </ac:picMkLst>
        </pc:picChg>
        <pc:picChg chg="add mod">
          <ac:chgData name="Aman Shrivastava" userId="S::ashrivastava@edunetfoundation.org::c21995ab-fa37-4cde-b5a3-dec0fb9e9a10" providerId="AD" clId="Web-{746EE066-C99A-1548-0111-A8297267F854}" dt="2026-06-19T07:36:01.988" v="320" actId="1076"/>
          <ac:picMkLst>
            <pc:docMk/>
            <pc:sldMk cId="2772501912" sldId="279"/>
            <ac:picMk id="7" creationId="{F01777E0-76AB-ED0C-E315-B3012BB646F6}"/>
          </ac:picMkLst>
        </pc:picChg>
        <pc:cxnChg chg="add del mod">
          <ac:chgData name="Aman Shrivastava" userId="S::ashrivastava@edunetfoundation.org::c21995ab-fa37-4cde-b5a3-dec0fb9e9a10" providerId="AD" clId="Web-{746EE066-C99A-1548-0111-A8297267F854}" dt="2026-06-19T07:32:05.971" v="259"/>
          <ac:cxnSpMkLst>
            <pc:docMk/>
            <pc:sldMk cId="2772501912" sldId="279"/>
            <ac:cxnSpMk id="5" creationId="{2F76792C-E715-0AA1-E7F1-F73DA02002C6}"/>
          </ac:cxnSpMkLst>
        </pc:cxnChg>
        <pc:cxnChg chg="add del">
          <ac:chgData name="Aman Shrivastava" userId="S::ashrivastava@edunetfoundation.org::c21995ab-fa37-4cde-b5a3-dec0fb9e9a10" providerId="AD" clId="Web-{746EE066-C99A-1548-0111-A8297267F854}" dt="2026-06-19T07:33:03.284" v="270"/>
          <ac:cxnSpMkLst>
            <pc:docMk/>
            <pc:sldMk cId="2772501912" sldId="279"/>
            <ac:cxnSpMk id="6" creationId="{2F76792C-E715-0AA1-E7F1-F73DA02002C6}"/>
          </ac:cxnSpMkLst>
        </pc:cxnChg>
      </pc:sldChg>
      <pc:sldChg chg="del">
        <pc:chgData name="Aman Shrivastava" userId="S::ashrivastava@edunetfoundation.org::c21995ab-fa37-4cde-b5a3-dec0fb9e9a10" providerId="AD" clId="Web-{746EE066-C99A-1548-0111-A8297267F854}" dt="2026-06-19T07:18:26.543" v="112"/>
        <pc:sldMkLst>
          <pc:docMk/>
          <pc:sldMk cId="328526394" sldId="281"/>
        </pc:sldMkLst>
      </pc:sldChg>
      <pc:sldChg chg="modSp">
        <pc:chgData name="Aman Shrivastava" userId="S::ashrivastava@edunetfoundation.org::c21995ab-fa37-4cde-b5a3-dec0fb9e9a10" providerId="AD" clId="Web-{746EE066-C99A-1548-0111-A8297267F854}" dt="2026-06-19T08:03:40.452" v="526" actId="20577"/>
        <pc:sldMkLst>
          <pc:docMk/>
          <pc:sldMk cId="2952584201" sldId="282"/>
        </pc:sldMkLst>
        <pc:spChg chg="mod">
          <ac:chgData name="Aman Shrivastava" userId="S::ashrivastava@edunetfoundation.org::c21995ab-fa37-4cde-b5a3-dec0fb9e9a10" providerId="AD" clId="Web-{746EE066-C99A-1548-0111-A8297267F854}" dt="2026-06-19T08:03:40.452" v="526" actId="20577"/>
          <ac:spMkLst>
            <pc:docMk/>
            <pc:sldMk cId="2952584201" sldId="282"/>
            <ac:spMk id="2" creationId="{C6F6745E-14BA-0766-CE1E-32E29663832D}"/>
          </ac:spMkLst>
        </pc:spChg>
      </pc:sldChg>
      <pc:sldChg chg="modSp">
        <pc:chgData name="Aman Shrivastava" userId="S::ashrivastava@edunetfoundation.org::c21995ab-fa37-4cde-b5a3-dec0fb9e9a10" providerId="AD" clId="Web-{746EE066-C99A-1548-0111-A8297267F854}" dt="2026-06-19T07:42:25.459" v="363" actId="20577"/>
        <pc:sldMkLst>
          <pc:docMk/>
          <pc:sldMk cId="957564641" sldId="283"/>
        </pc:sldMkLst>
        <pc:spChg chg="mod">
          <ac:chgData name="Aman Shrivastava" userId="S::ashrivastava@edunetfoundation.org::c21995ab-fa37-4cde-b5a3-dec0fb9e9a10" providerId="AD" clId="Web-{746EE066-C99A-1548-0111-A8297267F854}" dt="2026-06-19T07:42:25.459" v="363" actId="20577"/>
          <ac:spMkLst>
            <pc:docMk/>
            <pc:sldMk cId="957564641" sldId="283"/>
            <ac:spMk id="3" creationId="{FFAB85A1-2169-FF43-3E91-E2E8ADA742FF}"/>
          </ac:spMkLst>
        </pc:spChg>
      </pc:sldChg>
      <pc:sldChg chg="modSp">
        <pc:chgData name="Aman Shrivastava" userId="S::ashrivastava@edunetfoundation.org::c21995ab-fa37-4cde-b5a3-dec0fb9e9a10" providerId="AD" clId="Web-{746EE066-C99A-1548-0111-A8297267F854}" dt="2026-06-19T07:58:34.403" v="519" actId="20577"/>
        <pc:sldMkLst>
          <pc:docMk/>
          <pc:sldMk cId="2290294991" sldId="285"/>
        </pc:sldMkLst>
        <pc:spChg chg="mod">
          <ac:chgData name="Aman Shrivastava" userId="S::ashrivastava@edunetfoundation.org::c21995ab-fa37-4cde-b5a3-dec0fb9e9a10" providerId="AD" clId="Web-{746EE066-C99A-1548-0111-A8297267F854}" dt="2026-06-19T07:58:34.403" v="519" actId="20577"/>
          <ac:spMkLst>
            <pc:docMk/>
            <pc:sldMk cId="2290294991" sldId="285"/>
            <ac:spMk id="2" creationId="{4A1BF701-ABCA-4DF0-8330-B6AF71EF8E39}"/>
          </ac:spMkLst>
        </pc:spChg>
      </pc:sldChg>
      <pc:sldChg chg="modSp">
        <pc:chgData name="Aman Shrivastava" userId="S::ashrivastava@edunetfoundation.org::c21995ab-fa37-4cde-b5a3-dec0fb9e9a10" providerId="AD" clId="Web-{746EE066-C99A-1548-0111-A8297267F854}" dt="2026-06-19T07:53:29.651" v="418" actId="20577"/>
        <pc:sldMkLst>
          <pc:docMk/>
          <pc:sldMk cId="917964102" sldId="286"/>
        </pc:sldMkLst>
        <pc:spChg chg="mod">
          <ac:chgData name="Aman Shrivastava" userId="S::ashrivastava@edunetfoundation.org::c21995ab-fa37-4cde-b5a3-dec0fb9e9a10" providerId="AD" clId="Web-{746EE066-C99A-1548-0111-A8297267F854}" dt="2026-06-19T07:53:29.651" v="418" actId="20577"/>
          <ac:spMkLst>
            <pc:docMk/>
            <pc:sldMk cId="917964102" sldId="286"/>
            <ac:spMk id="3" creationId="{ED65F54F-855A-0DB6-09A6-3212C5F7405B}"/>
          </ac:spMkLst>
        </pc:spChg>
      </pc:sldChg>
      <pc:sldChg chg="modSp">
        <pc:chgData name="Aman Shrivastava" userId="S::ashrivastava@edunetfoundation.org::c21995ab-fa37-4cde-b5a3-dec0fb9e9a10" providerId="AD" clId="Web-{746EE066-C99A-1548-0111-A8297267F854}" dt="2026-06-19T07:55:01.918" v="483" actId="20577"/>
        <pc:sldMkLst>
          <pc:docMk/>
          <pc:sldMk cId="2605851928" sldId="287"/>
        </pc:sldMkLst>
        <pc:spChg chg="mod">
          <ac:chgData name="Aman Shrivastava" userId="S::ashrivastava@edunetfoundation.org::c21995ab-fa37-4cde-b5a3-dec0fb9e9a10" providerId="AD" clId="Web-{746EE066-C99A-1548-0111-A8297267F854}" dt="2026-06-19T07:55:01.918" v="483" actId="20577"/>
          <ac:spMkLst>
            <pc:docMk/>
            <pc:sldMk cId="2605851928" sldId="287"/>
            <ac:spMk id="279" creationId="{3711AF54-94A6-B837-31EF-9A8C4ECB9AF6}"/>
          </ac:spMkLst>
        </pc:spChg>
      </pc:sldChg>
      <pc:sldChg chg="addSp delSp">
        <pc:chgData name="Aman Shrivastava" userId="S::ashrivastava@edunetfoundation.org::c21995ab-fa37-4cde-b5a3-dec0fb9e9a10" providerId="AD" clId="Web-{746EE066-C99A-1548-0111-A8297267F854}" dt="2026-06-19T07:38:48.895" v="324"/>
        <pc:sldMkLst>
          <pc:docMk/>
          <pc:sldMk cId="1229047658" sldId="288"/>
        </pc:sldMkLst>
        <pc:inkChg chg="add">
          <ac:chgData name="Aman Shrivastava" userId="S::ashrivastava@edunetfoundation.org::c21995ab-fa37-4cde-b5a3-dec0fb9e9a10" providerId="AD" clId="Web-{746EE066-C99A-1548-0111-A8297267F854}" dt="2026-06-19T07:38:15.801" v="321"/>
          <ac:inkMkLst>
            <pc:docMk/>
            <pc:sldMk cId="1229047658" sldId="288"/>
            <ac:inkMk id="2" creationId="{1C488599-1CDB-6479-4ED5-FDEEC38049D9}"/>
          </ac:inkMkLst>
        </pc:inkChg>
        <pc:inkChg chg="add">
          <ac:chgData name="Aman Shrivastava" userId="S::ashrivastava@edunetfoundation.org::c21995ab-fa37-4cde-b5a3-dec0fb9e9a10" providerId="AD" clId="Web-{746EE066-C99A-1548-0111-A8297267F854}" dt="2026-06-19T07:38:31.551" v="322"/>
          <ac:inkMkLst>
            <pc:docMk/>
            <pc:sldMk cId="1229047658" sldId="288"/>
            <ac:inkMk id="5" creationId="{66AD5D31-EDA5-2C50-7CE9-7D1E60A89F54}"/>
          </ac:inkMkLst>
        </pc:inkChg>
        <pc:inkChg chg="add del">
          <ac:chgData name="Aman Shrivastava" userId="S::ashrivastava@edunetfoundation.org::c21995ab-fa37-4cde-b5a3-dec0fb9e9a10" providerId="AD" clId="Web-{746EE066-C99A-1548-0111-A8297267F854}" dt="2026-06-19T07:38:48.895" v="324"/>
          <ac:inkMkLst>
            <pc:docMk/>
            <pc:sldMk cId="1229047658" sldId="288"/>
            <ac:inkMk id="7" creationId="{7F720136-8264-3711-415B-4DAA8F04611B}"/>
          </ac:inkMkLst>
        </pc:inkChg>
      </pc:sldChg>
      <pc:sldChg chg="addSp delSp modSp add replId">
        <pc:chgData name="Aman Shrivastava" userId="S::ashrivastava@edunetfoundation.org::c21995ab-fa37-4cde-b5a3-dec0fb9e9a10" providerId="AD" clId="Web-{746EE066-C99A-1548-0111-A8297267F854}" dt="2026-06-19T07:33:46.206" v="278"/>
        <pc:sldMkLst>
          <pc:docMk/>
          <pc:sldMk cId="3866656692" sldId="290"/>
        </pc:sldMkLst>
        <pc:spChg chg="mod">
          <ac:chgData name="Aman Shrivastava" userId="S::ashrivastava@edunetfoundation.org::c21995ab-fa37-4cde-b5a3-dec0fb9e9a10" providerId="AD" clId="Web-{746EE066-C99A-1548-0111-A8297267F854}" dt="2026-06-19T07:19:28.309" v="172" actId="20577"/>
          <ac:spMkLst>
            <pc:docMk/>
            <pc:sldMk cId="3866656692" sldId="290"/>
            <ac:spMk id="2" creationId="{56959763-B5B5-22E5-733E-B3F05D391F6B}"/>
          </ac:spMkLst>
        </pc:spChg>
        <pc:picChg chg="add del mod">
          <ac:chgData name="Aman Shrivastava" userId="S::ashrivastava@edunetfoundation.org::c21995ab-fa37-4cde-b5a3-dec0fb9e9a10" providerId="AD" clId="Web-{746EE066-C99A-1548-0111-A8297267F854}" dt="2026-06-19T07:26:46.328" v="200"/>
          <ac:picMkLst>
            <pc:docMk/>
            <pc:sldMk cId="3866656692" sldId="290"/>
            <ac:picMk id="3" creationId="{57175034-B6A1-15A8-3183-F42A7C1A2011}"/>
          </ac:picMkLst>
        </pc:picChg>
        <pc:picChg chg="add del mod">
          <ac:chgData name="Aman Shrivastava" userId="S::ashrivastava@edunetfoundation.org::c21995ab-fa37-4cde-b5a3-dec0fb9e9a10" providerId="AD" clId="Web-{746EE066-C99A-1548-0111-A8297267F854}" dt="2026-06-19T07:26:52.531" v="203"/>
          <ac:picMkLst>
            <pc:docMk/>
            <pc:sldMk cId="3866656692" sldId="290"/>
            <ac:picMk id="4" creationId="{88FDA170-C204-E466-68CA-5EF27419C8F8}"/>
          </ac:picMkLst>
        </pc:picChg>
        <pc:picChg chg="add del mod">
          <ac:chgData name="Aman Shrivastava" userId="S::ashrivastava@edunetfoundation.org::c21995ab-fa37-4cde-b5a3-dec0fb9e9a10" providerId="AD" clId="Web-{746EE066-C99A-1548-0111-A8297267F854}" dt="2026-06-19T07:26:54.750" v="204"/>
          <ac:picMkLst>
            <pc:docMk/>
            <pc:sldMk cId="3866656692" sldId="290"/>
            <ac:picMk id="5" creationId="{5EF90F00-13FA-4999-B1A1-5C7D773D5635}"/>
          </ac:picMkLst>
        </pc:picChg>
        <pc:picChg chg="add del mod modCrop">
          <ac:chgData name="Aman Shrivastava" userId="S::ashrivastava@edunetfoundation.org::c21995ab-fa37-4cde-b5a3-dec0fb9e9a10" providerId="AD" clId="Web-{746EE066-C99A-1548-0111-A8297267F854}" dt="2026-06-19T07:26:48.687" v="201"/>
          <ac:picMkLst>
            <pc:docMk/>
            <pc:sldMk cId="3866656692" sldId="290"/>
            <ac:picMk id="6" creationId="{AF4B55A8-453F-B2BE-8B74-486ADC76A1C9}"/>
          </ac:picMkLst>
        </pc:picChg>
        <pc:picChg chg="add del mod">
          <ac:chgData name="Aman Shrivastava" userId="S::ashrivastava@edunetfoundation.org::c21995ab-fa37-4cde-b5a3-dec0fb9e9a10" providerId="AD" clId="Web-{746EE066-C99A-1548-0111-A8297267F854}" dt="2026-06-19T07:26:50.875" v="202"/>
          <ac:picMkLst>
            <pc:docMk/>
            <pc:sldMk cId="3866656692" sldId="290"/>
            <ac:picMk id="7" creationId="{3744CDFC-4A35-5194-35E5-555A49DA6AFF}"/>
          </ac:picMkLst>
        </pc:picChg>
        <pc:picChg chg="add del mod">
          <ac:chgData name="Aman Shrivastava" userId="S::ashrivastava@edunetfoundation.org::c21995ab-fa37-4cde-b5a3-dec0fb9e9a10" providerId="AD" clId="Web-{746EE066-C99A-1548-0111-A8297267F854}" dt="2026-06-19T07:33:42.299" v="276"/>
          <ac:picMkLst>
            <pc:docMk/>
            <pc:sldMk cId="3866656692" sldId="290"/>
            <ac:picMk id="8" creationId="{1D7BDF8E-98CB-F515-3FB0-97BF87E2A172}"/>
          </ac:picMkLst>
        </pc:picChg>
        <pc:picChg chg="add mod">
          <ac:chgData name="Aman Shrivastava" userId="S::ashrivastava@edunetfoundation.org::c21995ab-fa37-4cde-b5a3-dec0fb9e9a10" providerId="AD" clId="Web-{746EE066-C99A-1548-0111-A8297267F854}" dt="2026-06-19T07:33:46.206" v="278"/>
          <ac:picMkLst>
            <pc:docMk/>
            <pc:sldMk cId="3866656692" sldId="290"/>
            <ac:picMk id="10" creationId="{B5FE8DA2-14B6-FAE6-9EC0-7C2A1A404708}"/>
          </ac:picMkLst>
        </pc:picChg>
        <pc:cxnChg chg="add del mod">
          <ac:chgData name="Aman Shrivastava" userId="S::ashrivastava@edunetfoundation.org::c21995ab-fa37-4cde-b5a3-dec0fb9e9a10" providerId="AD" clId="Web-{746EE066-C99A-1548-0111-A8297267F854}" dt="2026-06-19T07:33:44.659" v="277"/>
          <ac:cxnSpMkLst>
            <pc:docMk/>
            <pc:sldMk cId="3866656692" sldId="290"/>
            <ac:cxnSpMk id="9" creationId="{5DAE5A21-F630-F6FC-1F85-91AA77C9272E}"/>
          </ac:cxnSpMkLst>
        </pc:cxnChg>
      </pc:sldChg>
      <pc:sldChg chg="addSp delSp modSp new">
        <pc:chgData name="Aman Shrivastava" userId="S::ashrivastava@edunetfoundation.org::c21995ab-fa37-4cde-b5a3-dec0fb9e9a10" providerId="AD" clId="Web-{746EE066-C99A-1548-0111-A8297267F854}" dt="2026-06-19T07:34:16.112" v="284" actId="1076"/>
        <pc:sldMkLst>
          <pc:docMk/>
          <pc:sldMk cId="3021295847" sldId="291"/>
        </pc:sldMkLst>
        <pc:spChg chg="del">
          <ac:chgData name="Aman Shrivastava" userId="S::ashrivastava@edunetfoundation.org::c21995ab-fa37-4cde-b5a3-dec0fb9e9a10" providerId="AD" clId="Web-{746EE066-C99A-1548-0111-A8297267F854}" dt="2026-06-19T07:27:33.422" v="209"/>
          <ac:spMkLst>
            <pc:docMk/>
            <pc:sldMk cId="3021295847" sldId="291"/>
            <ac:spMk id="2" creationId="{AC487865-4ED2-A9E1-B6CF-FF55EAC68B83}"/>
          </ac:spMkLst>
        </pc:spChg>
        <pc:spChg chg="del">
          <ac:chgData name="Aman Shrivastava" userId="S::ashrivastava@edunetfoundation.org::c21995ab-fa37-4cde-b5a3-dec0fb9e9a10" providerId="AD" clId="Web-{746EE066-C99A-1548-0111-A8297267F854}" dt="2026-06-19T07:27:37.781" v="210"/>
          <ac:spMkLst>
            <pc:docMk/>
            <pc:sldMk cId="3021295847" sldId="291"/>
            <ac:spMk id="3" creationId="{5320F0C5-E21A-E7A2-3435-821A6319CFF4}"/>
          </ac:spMkLst>
        </pc:spChg>
        <pc:spChg chg="add mod">
          <ac:chgData name="Aman Shrivastava" userId="S::ashrivastava@edunetfoundation.org::c21995ab-fa37-4cde-b5a3-dec0fb9e9a10" providerId="AD" clId="Web-{746EE066-C99A-1548-0111-A8297267F854}" dt="2026-06-19T07:28:14.391" v="219" actId="14100"/>
          <ac:spMkLst>
            <pc:docMk/>
            <pc:sldMk cId="3021295847" sldId="291"/>
            <ac:spMk id="5" creationId="{C2DC2F13-C09F-1D50-6289-15F22A1D77FA}"/>
          </ac:spMkLst>
        </pc:spChg>
        <pc:picChg chg="add del mod">
          <ac:chgData name="Aman Shrivastava" userId="S::ashrivastava@edunetfoundation.org::c21995ab-fa37-4cde-b5a3-dec0fb9e9a10" providerId="AD" clId="Web-{746EE066-C99A-1548-0111-A8297267F854}" dt="2026-06-19T07:34:03.159" v="280"/>
          <ac:picMkLst>
            <pc:docMk/>
            <pc:sldMk cId="3021295847" sldId="291"/>
            <ac:picMk id="4" creationId="{252787A1-10C2-A588-10C2-90649505C266}"/>
          </ac:picMkLst>
        </pc:picChg>
        <pc:picChg chg="add mod">
          <ac:chgData name="Aman Shrivastava" userId="S::ashrivastava@edunetfoundation.org::c21995ab-fa37-4cde-b5a3-dec0fb9e9a10" providerId="AD" clId="Web-{746EE066-C99A-1548-0111-A8297267F854}" dt="2026-06-19T07:34:16.112" v="284" actId="1076"/>
          <ac:picMkLst>
            <pc:docMk/>
            <pc:sldMk cId="3021295847" sldId="291"/>
            <ac:picMk id="7" creationId="{85DF99AC-D1C6-EA9C-D42E-6073C09D0166}"/>
          </ac:picMkLst>
        </pc:picChg>
        <pc:cxnChg chg="add del mod">
          <ac:chgData name="Aman Shrivastava" userId="S::ashrivastava@edunetfoundation.org::c21995ab-fa37-4cde-b5a3-dec0fb9e9a10" providerId="AD" clId="Web-{746EE066-C99A-1548-0111-A8297267F854}" dt="2026-06-19T07:34:02.065" v="279"/>
          <ac:cxnSpMkLst>
            <pc:docMk/>
            <pc:sldMk cId="3021295847" sldId="291"/>
            <ac:cxnSpMk id="6" creationId="{2E4A501D-ECD5-654A-2164-DD0D463700D1}"/>
          </ac:cxnSpMkLst>
        </pc:cxn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del mod modCrop">
          <ac:chgData name="Aman Shrivastava" userId="S::ashrivastava@edunetfoundation.org::c21995ab-fa37-4cde-b5a3-dec0fb9e9a10" providerId="AD" clId="Web-{A6B9108B-7598-1D50-C4AA-8A38026DAEEF}" dt="2026-06-19T06:54:02.042" v="9"/>
          <ac:picMkLst>
            <pc:docMk/>
            <pc:sldMk cId="1229047658" sldId="288"/>
            <ac:picMk id="2" creationId="{312DEFF6-ACAE-A6F4-F0D7-56CA25E41FDC}"/>
          </ac:picMkLst>
        </pc:picChg>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picChg chg="del">
          <ac:chgData name="Aman Shrivastava" userId="S::ashrivastava@edunetfoundation.org::c21995ab-fa37-4cde-b5a3-dec0fb9e9a10" providerId="AD" clId="Web-{A6B9108B-7598-1D50-C4AA-8A38026DAEEF}" dt="2026-06-19T06:32:41.914" v="0"/>
          <ac:picMkLst>
            <pc:docMk/>
            <pc:sldMk cId="1229047658" sldId="288"/>
            <ac:picMk id="4" creationId="{AD88C341-1F2F-9B6F-593F-2917E7E23DCB}"/>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picChg chg="add del mod">
          <ac:chgData name="Aman Shrivastava" userId="S::ashrivastava@edunetfoundation.org::c21995ab-fa37-4cde-b5a3-dec0fb9e9a10" providerId="AD" clId="Web-{A6B9108B-7598-1D50-C4AA-8A38026DAEEF}" dt="2026-06-19T06:53:17.010" v="3"/>
          <ac:picMkLst>
            <pc:docMk/>
            <pc:sldMk cId="2506610743" sldId="289"/>
            <ac:picMk id="2" creationId="{6F3459A2-8BCD-A155-86B4-203A4A7FFE5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4060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Kireeti111975/NIDS"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Machine Learning with IBM Cloud”</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367991029"/>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endParaRPr lang="en-US" dirty="0"/>
                    </a:p>
                    <a:p>
                      <a:pPr marL="0" marR="0" lvl="0" indent="0" algn="ctr" rtl="0">
                        <a:spcBef>
                          <a:spcPts val="0"/>
                        </a:spcBef>
                        <a:spcAft>
                          <a:spcPts val="0"/>
                        </a:spcAft>
                        <a:buNone/>
                      </a:pPr>
                      <a:endParaRPr lang="en-US" dirty="0"/>
                    </a:p>
                    <a:p>
                      <a:pPr marL="0" marR="0" lvl="0" indent="0" algn="ctr" rtl="0">
                        <a:spcBef>
                          <a:spcPts val="0"/>
                        </a:spcBef>
                        <a:spcAft>
                          <a:spcPts val="0"/>
                        </a:spcAft>
                        <a:buNone/>
                      </a:pPr>
                      <a:r>
                        <a:rPr lang="en-US" dirty="0"/>
                        <a:t>Bala Kireeti Dasari</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US" dirty="0"/>
                    </a:p>
                    <a:p>
                      <a:pPr marL="0" marR="0" lvl="0" indent="0" algn="ctr" rtl="0">
                        <a:spcBef>
                          <a:spcPts val="0"/>
                        </a:spcBef>
                        <a:spcAft>
                          <a:spcPts val="0"/>
                        </a:spcAft>
                        <a:buNone/>
                      </a:pPr>
                      <a:endParaRPr lang="en-US" dirty="0"/>
                    </a:p>
                    <a:p>
                      <a:pPr marL="0" marR="0" lvl="0" indent="0" algn="ctr" rtl="0">
                        <a:spcBef>
                          <a:spcPts val="0"/>
                        </a:spcBef>
                        <a:spcAft>
                          <a:spcPts val="0"/>
                        </a:spcAft>
                        <a:buNone/>
                      </a:pPr>
                      <a:r>
                        <a:rPr lang="en-US" dirty="0"/>
                        <a:t>balakireeti111@gmail.com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US" dirty="0"/>
                    </a:p>
                    <a:p>
                      <a:pPr marL="0" marR="0" lvl="0" indent="0" algn="ctr" rtl="0">
                        <a:spcBef>
                          <a:spcPts val="0"/>
                        </a:spcBef>
                        <a:spcAft>
                          <a:spcPts val="0"/>
                        </a:spcAft>
                        <a:buNone/>
                      </a:pPr>
                      <a:endParaRPr lang="en-US" dirty="0"/>
                    </a:p>
                    <a:p>
                      <a:pPr marL="0" marR="0" lvl="0" indent="0" algn="ctr" rtl="0">
                        <a:spcBef>
                          <a:spcPts val="0"/>
                        </a:spcBef>
                        <a:spcAft>
                          <a:spcPts val="0"/>
                        </a:spcAft>
                        <a:buNone/>
                      </a:pPr>
                      <a:r>
                        <a:rPr lang="en-US" dirty="0"/>
                        <a:t>8523844335</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Cybersecurity &amp; AI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Title – </a:t>
            </a:r>
            <a:r>
              <a:rPr lang="en-US" sz="2400" b="1" dirty="0">
                <a:highlight>
                  <a:srgbClr val="FFFF00"/>
                </a:highlight>
              </a:rPr>
              <a:t>[</a:t>
            </a:r>
            <a:r>
              <a:rPr lang="en-US" sz="2400" b="1" dirty="0">
                <a:solidFill>
                  <a:srgbClr val="002060"/>
                </a:solidFill>
                <a:highlight>
                  <a:srgbClr val="FFFF00"/>
                </a:highlight>
                <a:latin typeface="Times New Roman"/>
                <a:cs typeface="Times New Roman"/>
                <a:sym typeface="Times New Roman"/>
              </a:rPr>
              <a:t>AI-Powered Network Intrusion Detection System</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C6ABEE7B-086F-CB67-8D03-6CBD3F0E0741}"/>
              </a:ext>
            </a:extLst>
          </p:cNvPr>
          <p:cNvPicPr>
            <a:picLocks noChangeAspect="1"/>
          </p:cNvPicPr>
          <p:nvPr/>
        </p:nvPicPr>
        <p:blipFill>
          <a:blip r:embed="rId3"/>
          <a:stretch>
            <a:fillRect/>
          </a:stretch>
        </p:blipFill>
        <p:spPr>
          <a:xfrm>
            <a:off x="4000266" y="3582648"/>
            <a:ext cx="1216312" cy="11847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08837" y="864646"/>
            <a:ext cx="11357834" cy="6001643"/>
          </a:xfrm>
          <a:prstGeom prst="rect">
            <a:avLst/>
          </a:prstGeom>
          <a:noFill/>
        </p:spPr>
        <p:txBody>
          <a:bodyPr wrap="square" lIns="91440" tIns="45720" rIns="91440" bIns="45720" rtlCol="0" anchor="t">
            <a:spAutoFit/>
          </a:bodyPr>
          <a:lstStyle/>
          <a:p>
            <a:pPr fontAlgn="base"/>
            <a:r>
              <a:rPr lang="en-US" sz="2000" b="1" dirty="0"/>
              <a:t>Enhancing Network Security using Machine Learning</a:t>
            </a:r>
          </a:p>
          <a:p>
            <a:pPr fontAlgn="base"/>
            <a:endParaRPr lang="en-US" sz="2000" b="1" dirty="0"/>
          </a:p>
          <a:p>
            <a:pPr fontAlgn="base">
              <a:lnSpc>
                <a:spcPct val="150000"/>
              </a:lnSpc>
            </a:pPr>
            <a:r>
              <a:rPr lang="en-US" sz="2000" dirty="0"/>
              <a:t>The modern digital landscape faces an exponential rise in sophisticated cyber threats targeting enterprise networks. Protecting sensitive data from unauthorized intrusions, such as Denial-of-Service attacks and malware, is a critical priority for organizations. The current security infrastructure relies on traditional detection methods that are often unable to keep pace with evolving attack vectors. Manually monitoring network traffic and identifying anomalies in real-time is a time-consuming and error-prone process. Delays or failures in detecting these intrusions can lead to catastrophic data breaches and systemic compromises. Your task is to design, build, and deploy a robust, intelligent classification model that can accurately predict and identify network anomalies based on real-time traffic data. The goal is to create a reliable, high-performance security tool that assists administrators in quickly and accurately detecting intrusions, ensuring network integrity and data protection are maintained efficiently.</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351954" y="401529"/>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23880" y="674734"/>
            <a:ext cx="11131336" cy="5575309"/>
          </a:xfrm>
          <a:prstGeom prst="rect">
            <a:avLst/>
          </a:prstGeom>
          <a:noFill/>
        </p:spPr>
        <p:txBody>
          <a:bodyPr wrap="square" lIns="91440" tIns="45720" rIns="91440" bIns="45720" rtlCol="0" anchor="t">
            <a:spAutoFit/>
          </a:bodyPr>
          <a:lstStyle/>
          <a:p>
            <a:pPr fontAlgn="base">
              <a:lnSpc>
                <a:spcPct val="150000"/>
              </a:lnSpc>
            </a:pPr>
            <a:r>
              <a:rPr lang="en-US" sz="2000" b="1" dirty="0"/>
              <a:t>(AI &amp; Machine Learning Infrastructure):</a:t>
            </a:r>
          </a:p>
          <a:p>
            <a:pPr fontAlgn="base">
              <a:lnSpc>
                <a:spcPct val="150000"/>
              </a:lnSpc>
            </a:pPr>
            <a:r>
              <a:rPr lang="en-US" sz="2000" dirty="0"/>
              <a:t>Intelligent NIDS Architecture: We leverage Watson Studio to develop our model, utilizing Watson Machine Learning for scalable deployment and inference, supported by </a:t>
            </a:r>
            <a:r>
              <a:rPr lang="en-US" sz="2000" dirty="0" err="1"/>
              <a:t>watsonx.governance</a:t>
            </a:r>
            <a:r>
              <a:rPr lang="en-US" sz="2000" dirty="0"/>
              <a:t> to ensure reliability and model performance.</a:t>
            </a:r>
          </a:p>
          <a:p>
            <a:pPr fontAlgn="base">
              <a:lnSpc>
                <a:spcPct val="150000"/>
              </a:lnSpc>
            </a:pPr>
            <a:r>
              <a:rPr lang="en-US" sz="2000" dirty="0"/>
              <a:t>Data Processing: The system processes key network attributes—including </a:t>
            </a:r>
            <a:r>
              <a:rPr lang="en-US" sz="2000" dirty="0" err="1"/>
              <a:t>src_bytes</a:t>
            </a:r>
            <a:r>
              <a:rPr lang="en-US" sz="2000" dirty="0"/>
              <a:t>, duration, protocol type, and flags—normalizing them for secure, asynchronous API transmission to our hosted model.</a:t>
            </a:r>
          </a:p>
          <a:p>
            <a:pPr fontAlgn="base">
              <a:lnSpc>
                <a:spcPct val="150000"/>
              </a:lnSpc>
            </a:pPr>
            <a:r>
              <a:rPr lang="en-US" sz="2000" dirty="0"/>
              <a:t>Model Logic: By leveraging automated pattern recognition, the model distinguishes between standard traffic and malicious intrusions, significantly reducing manual monitoring overhead.</a:t>
            </a:r>
          </a:p>
          <a:p>
            <a:pPr fontAlgn="base">
              <a:lnSpc>
                <a:spcPct val="150000"/>
              </a:lnSpc>
            </a:pPr>
            <a:r>
              <a:rPr lang="en-US" sz="2000" dirty="0"/>
              <a:t>Actionable Output: The system delivers immediate binary classification (‘Normal’ vs. ‘Anomaly’), providing administrators with critical insights to mitigate threats before network integrity is compromised.</a:t>
            </a:r>
          </a:p>
        </p:txBody>
      </p:sp>
      <p:sp>
        <p:nvSpPr>
          <p:cNvPr id="3" name="TextBox 2">
            <a:extLst>
              <a:ext uri="{FF2B5EF4-FFF2-40B4-BE49-F238E27FC236}">
                <a16:creationId xmlns:a16="http://schemas.microsoft.com/office/drawing/2014/main" id="{527F30CC-07EF-8FCC-DA00-C9212F5DAECE}"/>
              </a:ext>
            </a:extLst>
          </p:cNvPr>
          <p:cNvSpPr txBox="1"/>
          <p:nvPr/>
        </p:nvSpPr>
        <p:spPr>
          <a:xfrm>
            <a:off x="158538" y="203047"/>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047536"/>
          </a:xfrm>
          <a:prstGeom prst="rect">
            <a:avLst/>
          </a:prstGeom>
          <a:noFill/>
        </p:spPr>
        <p:txBody>
          <a:bodyPr wrap="square" lIns="91440" tIns="45720" rIns="91440" bIns="45720" rtlCol="0" anchor="t">
            <a:spAutoFit/>
          </a:bodyPr>
          <a:lstStyle/>
          <a:p>
            <a:endParaRPr lang="en-US" sz="1800" dirty="0"/>
          </a:p>
          <a:p>
            <a:pPr marL="285750" indent="-285750">
              <a:buFont typeface="Arial" panose="020B0604020202020204" pitchFamily="34" charset="0"/>
              <a:buChar char="•"/>
            </a:pPr>
            <a:r>
              <a:rPr lang="en-US" sz="2000" b="1" dirty="0"/>
              <a:t>IBM Cloud </a:t>
            </a:r>
            <a:r>
              <a:rPr lang="en-US" sz="2000" dirty="0"/>
              <a:t>– It provides the infrastructure to build, deploy, and scale the Network Intrusion Detection System (NIDS) efficiently. IBM Cloud enables a reliable, secure, and scalable environment for deploying the NIDS agent.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ML Algorithm/ Model Used</a:t>
            </a:r>
            <a:r>
              <a:rPr lang="en-US" sz="2000" dirty="0"/>
              <a:t>: Decision Tree Classifier (trained and deployed via Watson Machine Learning).</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Accuracy Obtained: </a:t>
            </a:r>
            <a:r>
              <a:rPr lang="en-US" sz="2000" dirty="0"/>
              <a:t> 99.8%</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Enhancements and Hyperparameter tuning: </a:t>
            </a:r>
            <a:r>
              <a:rPr lang="en-US" sz="2000" dirty="0"/>
              <a:t>Automated optimization via </a:t>
            </a:r>
            <a:r>
              <a:rPr lang="en-US" sz="2000" dirty="0" err="1"/>
              <a:t>AutoAI</a:t>
            </a:r>
            <a:r>
              <a:rPr lang="en-US" sz="2000" dirty="0"/>
              <a:t> in Watson Studio, including feature selection and parameter configuration to maximize classification performance.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Training Screenshots-</a:t>
            </a:r>
            <a:endParaRPr sz="2400" b="1">
              <a:sym typeface="Times New Roman"/>
            </a:endParaRPr>
          </a:p>
        </p:txBody>
      </p:sp>
      <p:pic>
        <p:nvPicPr>
          <p:cNvPr id="4" name="Picture 3">
            <a:extLst>
              <a:ext uri="{FF2B5EF4-FFF2-40B4-BE49-F238E27FC236}">
                <a16:creationId xmlns:a16="http://schemas.microsoft.com/office/drawing/2014/main" id="{8289637A-7F08-2198-DEC8-A3AFFBFAEAF9}"/>
              </a:ext>
            </a:extLst>
          </p:cNvPr>
          <p:cNvPicPr>
            <a:picLocks noChangeAspect="1"/>
          </p:cNvPicPr>
          <p:nvPr/>
        </p:nvPicPr>
        <p:blipFill>
          <a:blip r:embed="rId3"/>
          <a:stretch>
            <a:fillRect/>
          </a:stretch>
        </p:blipFill>
        <p:spPr>
          <a:xfrm>
            <a:off x="537590" y="959369"/>
            <a:ext cx="11349610" cy="5304875"/>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Best Model Screenshot:</a:t>
            </a:r>
          </a:p>
        </p:txBody>
      </p:sp>
      <p:pic>
        <p:nvPicPr>
          <p:cNvPr id="6" name="Picture 5">
            <a:extLst>
              <a:ext uri="{FF2B5EF4-FFF2-40B4-BE49-F238E27FC236}">
                <a16:creationId xmlns:a16="http://schemas.microsoft.com/office/drawing/2014/main" id="{C73C35C3-1929-53B5-823F-1AC31F2A9A2F}"/>
              </a:ext>
            </a:extLst>
          </p:cNvPr>
          <p:cNvPicPr>
            <a:picLocks noChangeAspect="1"/>
          </p:cNvPicPr>
          <p:nvPr/>
        </p:nvPicPr>
        <p:blipFill>
          <a:blip r:embed="rId3"/>
          <a:stretch>
            <a:fillRect/>
          </a:stretch>
        </p:blipFill>
        <p:spPr>
          <a:xfrm>
            <a:off x="537590" y="1220255"/>
            <a:ext cx="11394580" cy="34866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8A1CD79-6944-CEE5-2210-110340B134B9}"/>
              </a:ext>
            </a:extLst>
          </p:cNvPr>
          <p:cNvSpPr>
            <a:spLocks noGrp="1"/>
          </p:cNvSpPr>
          <p:nvPr>
            <p:ph type="body" idx="1"/>
          </p:nvPr>
        </p:nvSpPr>
        <p:spPr>
          <a:xfrm>
            <a:off x="831850" y="284813"/>
            <a:ext cx="10515600" cy="5804838"/>
          </a:xfrm>
        </p:spPr>
        <p:txBody>
          <a:bodyPr/>
          <a:lstStyle/>
          <a:p>
            <a:endParaRPr lang="te-IN" dirty="0"/>
          </a:p>
        </p:txBody>
      </p:sp>
      <p:pic>
        <p:nvPicPr>
          <p:cNvPr id="5" name="Picture 4">
            <a:extLst>
              <a:ext uri="{FF2B5EF4-FFF2-40B4-BE49-F238E27FC236}">
                <a16:creationId xmlns:a16="http://schemas.microsoft.com/office/drawing/2014/main" id="{FA6E36BF-B9A0-95F1-1D98-8D8B7210CE80}"/>
              </a:ext>
            </a:extLst>
          </p:cNvPr>
          <p:cNvPicPr>
            <a:picLocks noChangeAspect="1"/>
          </p:cNvPicPr>
          <p:nvPr/>
        </p:nvPicPr>
        <p:blipFill>
          <a:blip r:embed="rId2"/>
          <a:stretch>
            <a:fillRect/>
          </a:stretch>
        </p:blipFill>
        <p:spPr>
          <a:xfrm>
            <a:off x="677056" y="284813"/>
            <a:ext cx="10683094" cy="5804838"/>
          </a:xfrm>
          <a:prstGeom prst="rect">
            <a:avLst/>
          </a:prstGeom>
        </p:spPr>
      </p:pic>
    </p:spTree>
    <p:extLst>
      <p:ext uri="{BB962C8B-B14F-4D97-AF65-F5344CB8AC3E}">
        <p14:creationId xmlns:p14="http://schemas.microsoft.com/office/powerpoint/2010/main" val="3173163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C440E-82C1-AFF0-3339-44B28E7F91F5}"/>
              </a:ext>
            </a:extLst>
          </p:cNvPr>
          <p:cNvSpPr>
            <a:spLocks noGrp="1"/>
          </p:cNvSpPr>
          <p:nvPr>
            <p:ph type="title"/>
          </p:nvPr>
        </p:nvSpPr>
        <p:spPr/>
        <p:txBody>
          <a:bodyPr>
            <a:normAutofit/>
          </a:bodyPr>
          <a:lstStyle/>
          <a:p>
            <a:r>
              <a:rPr lang="en-US" sz="2800" b="1" dirty="0">
                <a:latin typeface="+mj-lt"/>
              </a:rPr>
              <a:t>ROC Curve </a:t>
            </a:r>
            <a:br>
              <a:rPr lang="en-US" sz="2800" b="1" dirty="0">
                <a:latin typeface="+mj-lt"/>
              </a:rPr>
            </a:br>
            <a:r>
              <a:rPr lang="en-US" sz="2600" dirty="0">
                <a:latin typeface="+mj-lt"/>
              </a:rPr>
              <a:t>(of PIPELINE 2):</a:t>
            </a:r>
            <a:endParaRPr lang="te-IN" sz="2600" dirty="0">
              <a:latin typeface="+mj-lt"/>
            </a:endParaRPr>
          </a:p>
        </p:txBody>
      </p:sp>
      <p:pic>
        <p:nvPicPr>
          <p:cNvPr id="4" name="Picture 3">
            <a:extLst>
              <a:ext uri="{FF2B5EF4-FFF2-40B4-BE49-F238E27FC236}">
                <a16:creationId xmlns:a16="http://schemas.microsoft.com/office/drawing/2014/main" id="{EEF29AE3-C4EF-4BC5-1D27-368AC5E58416}"/>
              </a:ext>
            </a:extLst>
          </p:cNvPr>
          <p:cNvPicPr>
            <a:picLocks noChangeAspect="1"/>
          </p:cNvPicPr>
          <p:nvPr/>
        </p:nvPicPr>
        <p:blipFill>
          <a:blip r:embed="rId2"/>
          <a:stretch>
            <a:fillRect/>
          </a:stretch>
        </p:blipFill>
        <p:spPr>
          <a:xfrm>
            <a:off x="556197" y="1428750"/>
            <a:ext cx="5143500" cy="5429250"/>
          </a:xfrm>
          <a:prstGeom prst="rect">
            <a:avLst/>
          </a:prstGeom>
        </p:spPr>
      </p:pic>
    </p:spTree>
    <p:extLst>
      <p:ext uri="{BB962C8B-B14F-4D97-AF65-F5344CB8AC3E}">
        <p14:creationId xmlns:p14="http://schemas.microsoft.com/office/powerpoint/2010/main" val="2105452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dirty="0">
                <a:solidFill>
                  <a:schemeClr val="dk1"/>
                </a:solidFill>
                <a:latin typeface="Calibri"/>
                <a:ea typeface="Calibri"/>
                <a:cs typeface="Calibri"/>
              </a:rPr>
              <a:t>Testing Screenshot:</a:t>
            </a:r>
          </a:p>
          <a:p>
            <a:r>
              <a:rPr lang="en-US" sz="2400" b="1" dirty="0">
                <a:solidFill>
                  <a:schemeClr val="dk1"/>
                </a:solidFill>
                <a:latin typeface="Calibri"/>
                <a:ea typeface="Calibri"/>
                <a:cs typeface="Calibri"/>
              </a:rPr>
              <a:t>Input:</a:t>
            </a:r>
          </a:p>
        </p:txBody>
      </p:sp>
      <p:pic>
        <p:nvPicPr>
          <p:cNvPr id="6" name="Picture 5">
            <a:extLst>
              <a:ext uri="{FF2B5EF4-FFF2-40B4-BE49-F238E27FC236}">
                <a16:creationId xmlns:a16="http://schemas.microsoft.com/office/drawing/2014/main" id="{AB8A092D-EEE1-89A1-45DE-77F44ED0C4DC}"/>
              </a:ext>
            </a:extLst>
          </p:cNvPr>
          <p:cNvPicPr>
            <a:picLocks noChangeAspect="1"/>
          </p:cNvPicPr>
          <p:nvPr/>
        </p:nvPicPr>
        <p:blipFill>
          <a:blip r:embed="rId3"/>
          <a:stretch>
            <a:fillRect/>
          </a:stretch>
        </p:blipFill>
        <p:spPr>
          <a:xfrm>
            <a:off x="537590" y="1184223"/>
            <a:ext cx="11289649" cy="5097651"/>
          </a:xfrm>
          <a:prstGeom prst="rect">
            <a:avLst/>
          </a:prstGeom>
        </p:spPr>
      </p:pic>
    </p:spTree>
    <p:extLst>
      <p:ext uri="{BB962C8B-B14F-4D97-AF65-F5344CB8AC3E}">
        <p14:creationId xmlns:p14="http://schemas.microsoft.com/office/powerpoint/2010/main" val="3866656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81AB0-F2B8-3BC1-5BC9-836FB63A60C6}"/>
              </a:ext>
            </a:extLst>
          </p:cNvPr>
          <p:cNvSpPr>
            <a:spLocks noGrp="1"/>
          </p:cNvSpPr>
          <p:nvPr>
            <p:ph type="title"/>
          </p:nvPr>
        </p:nvSpPr>
        <p:spPr>
          <a:xfrm>
            <a:off x="621987" y="551422"/>
            <a:ext cx="10515600" cy="433855"/>
          </a:xfrm>
        </p:spPr>
        <p:txBody>
          <a:bodyPr>
            <a:noAutofit/>
          </a:bodyPr>
          <a:lstStyle/>
          <a:p>
            <a:r>
              <a:rPr lang="en-US" sz="2800" b="1" dirty="0"/>
              <a:t>Output:</a:t>
            </a:r>
            <a:endParaRPr lang="te-IN" sz="2800" b="1" dirty="0"/>
          </a:p>
        </p:txBody>
      </p:sp>
      <p:sp>
        <p:nvSpPr>
          <p:cNvPr id="3" name="Text Placeholder 2">
            <a:extLst>
              <a:ext uri="{FF2B5EF4-FFF2-40B4-BE49-F238E27FC236}">
                <a16:creationId xmlns:a16="http://schemas.microsoft.com/office/drawing/2014/main" id="{D1F568DA-5280-2DB2-0BE7-7B45388F9955}"/>
              </a:ext>
            </a:extLst>
          </p:cNvPr>
          <p:cNvSpPr>
            <a:spLocks noGrp="1"/>
          </p:cNvSpPr>
          <p:nvPr>
            <p:ph type="body" idx="1"/>
          </p:nvPr>
        </p:nvSpPr>
        <p:spPr>
          <a:xfrm>
            <a:off x="831850" y="1184223"/>
            <a:ext cx="10515600" cy="4905427"/>
          </a:xfrm>
        </p:spPr>
        <p:txBody>
          <a:bodyPr/>
          <a:lstStyle/>
          <a:p>
            <a:endParaRPr lang="te-IN" dirty="0"/>
          </a:p>
        </p:txBody>
      </p:sp>
      <p:pic>
        <p:nvPicPr>
          <p:cNvPr id="5" name="Picture 4">
            <a:extLst>
              <a:ext uri="{FF2B5EF4-FFF2-40B4-BE49-F238E27FC236}">
                <a16:creationId xmlns:a16="http://schemas.microsoft.com/office/drawing/2014/main" id="{2618C210-B8E7-B523-42F7-15BFFB7ADD9E}"/>
              </a:ext>
            </a:extLst>
          </p:cNvPr>
          <p:cNvPicPr>
            <a:picLocks noChangeAspect="1"/>
          </p:cNvPicPr>
          <p:nvPr/>
        </p:nvPicPr>
        <p:blipFill>
          <a:blip r:embed="rId2"/>
          <a:stretch>
            <a:fillRect/>
          </a:stretch>
        </p:blipFill>
        <p:spPr>
          <a:xfrm>
            <a:off x="831850" y="1184222"/>
            <a:ext cx="10877757" cy="4905427"/>
          </a:xfrm>
          <a:prstGeom prst="rect">
            <a:avLst/>
          </a:prstGeom>
        </p:spPr>
      </p:pic>
    </p:spTree>
    <p:extLst>
      <p:ext uri="{BB962C8B-B14F-4D97-AF65-F5344CB8AC3E}">
        <p14:creationId xmlns:p14="http://schemas.microsoft.com/office/powerpoint/2010/main" val="2594414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769628" cy="3477875"/>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2000" dirty="0"/>
              <a:t>The solution automates network intrusion detection, significantly reducing manual monitoring efforts and incident response time.</a:t>
            </a:r>
          </a:p>
          <a:p>
            <a:pPr marL="285750" indent="-285750">
              <a:buFont typeface="Arial" panose="020B0604020202020204" pitchFamily="34" charset="0"/>
              <a:buChar char="•"/>
            </a:pPr>
            <a:r>
              <a:rPr lang="en-US" sz="2000" dirty="0"/>
              <a:t>It leverages IBM watsonx.ai </a:t>
            </a:r>
            <a:r>
              <a:rPr lang="en-US" sz="2000" dirty="0" err="1"/>
              <a:t>AutoAI</a:t>
            </a:r>
            <a:r>
              <a:rPr lang="en-US" sz="2000" dirty="0"/>
              <a:t> to automatically discover and optimize the best-performing machine learning model for traffic classification without extensive manual coding.</a:t>
            </a:r>
          </a:p>
          <a:p>
            <a:pPr marL="285750" indent="-285750">
              <a:buFont typeface="Arial" panose="020B0604020202020204" pitchFamily="34" charset="0"/>
              <a:buChar char="•"/>
            </a:pPr>
            <a:r>
              <a:rPr lang="en-US" sz="2000" dirty="0"/>
              <a:t>The system accurately classifies real-time network traffic into 'Normal' or 'Anomaly' categories through a single, intelligent, and integrated platform.</a:t>
            </a:r>
          </a:p>
          <a:p>
            <a:pPr marL="285750" indent="-285750">
              <a:buFont typeface="Arial" panose="020B0604020202020204" pitchFamily="34" charset="0"/>
              <a:buChar char="•"/>
            </a:pPr>
            <a:r>
              <a:rPr lang="en-US" sz="2000" dirty="0"/>
              <a:t>Automated feature engineering helps identify hidden patterns in complex, high-volume network telemetry data, improving detection accuracy.</a:t>
            </a:r>
          </a:p>
          <a:p>
            <a:pPr marL="285750" indent="-285750">
              <a:buFont typeface="Arial" panose="020B0604020202020204" pitchFamily="34" charset="0"/>
              <a:buChar char="•"/>
            </a:pPr>
            <a:r>
              <a:rPr lang="en-US" sz="2000" dirty="0"/>
              <a:t>The model ensures consistent and unbiased threat identification, minimizing human errors and subjective security decisions.</a:t>
            </a:r>
            <a:endParaRPr lang="en-IN" sz="2000"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latin typeface="Times New Roman"/>
                <a:ea typeface="Times New Roman"/>
                <a:cs typeface="Times New Roman"/>
                <a:sym typeface="Times New Roman"/>
                <a:hlinkClick r:id="rId3"/>
              </a:rPr>
              <a:t>https://github.com/Kireeti111975/NIDS</a:t>
            </a:r>
            <a:r>
              <a:rPr lang="en-US" sz="1850" dirty="0">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342900" lvl="0" indent="-342900">
              <a:lnSpc>
                <a:spcPct val="150000"/>
              </a:lnSpc>
              <a:buSzPts val="1850"/>
              <a:buFont typeface="Arial" panose="020B0604020202020204" pitchFamily="34" charset="0"/>
              <a:buChar char="•"/>
            </a:pPr>
            <a:r>
              <a:rPr lang="en-US" sz="2000" dirty="0">
                <a:solidFill>
                  <a:srgbClr val="2B3541"/>
                </a:solidFill>
                <a:latin typeface="+mn-lt"/>
                <a:cs typeface="Times New Roman"/>
              </a:rPr>
              <a:t>The system can be integrated directly with enterprise firewalls and SIEM tools to automate real-time, end-to-end network threat response.</a:t>
            </a:r>
          </a:p>
          <a:p>
            <a:pPr marL="342900" lvl="0" indent="-342900">
              <a:lnSpc>
                <a:spcPct val="150000"/>
              </a:lnSpc>
              <a:buSzPts val="1850"/>
              <a:buFont typeface="Arial" panose="020B0604020202020204" pitchFamily="34" charset="0"/>
              <a:buChar char="•"/>
            </a:pPr>
            <a:r>
              <a:rPr lang="en-US" sz="2000" dirty="0">
                <a:solidFill>
                  <a:srgbClr val="2B3541"/>
                </a:solidFill>
                <a:latin typeface="+mn-lt"/>
                <a:cs typeface="Times New Roman"/>
              </a:rPr>
              <a:t>Additional attack datasets and behavioral signatures can be included, enabling a more robust, multi-layered AI-based intrusion detection platform.</a:t>
            </a:r>
          </a:p>
          <a:p>
            <a:pPr marL="342900" lvl="0" indent="-342900">
              <a:lnSpc>
                <a:spcPct val="150000"/>
              </a:lnSpc>
              <a:buSzPts val="1850"/>
              <a:buFont typeface="Arial" panose="020B0604020202020204" pitchFamily="34" charset="0"/>
              <a:buChar char="•"/>
            </a:pPr>
            <a:r>
              <a:rPr lang="en-US" sz="2000" dirty="0">
                <a:solidFill>
                  <a:srgbClr val="2B3541"/>
                </a:solidFill>
                <a:latin typeface="+mn-lt"/>
                <a:cs typeface="Times New Roman"/>
              </a:rPr>
              <a:t>Real-time integration with global threat intelligence feeds can improve predictive accuracy and enhance the identification of zero-day exploits.</a:t>
            </a:r>
          </a:p>
          <a:p>
            <a:pPr marL="342900" lvl="0" indent="-342900">
              <a:lnSpc>
                <a:spcPct val="150000"/>
              </a:lnSpc>
              <a:buSzPts val="1850"/>
              <a:buFont typeface="Arial" panose="020B0604020202020204" pitchFamily="34" charset="0"/>
              <a:buChar char="•"/>
            </a:pPr>
            <a:r>
              <a:rPr lang="en-US" sz="2000" dirty="0">
                <a:solidFill>
                  <a:srgbClr val="2B3541"/>
                </a:solidFill>
                <a:latin typeface="+mn-lt"/>
                <a:cs typeface="Times New Roman"/>
              </a:rPr>
              <a:t>Advanced AI models in IBM watsonx.ai can be used to continuously retrain the system, ensuring detection accuracy evolves alongside emerging cyber-attack patterns.</a:t>
            </a:r>
          </a:p>
          <a:p>
            <a:pPr marL="342900" lvl="0" indent="-342900">
              <a:lnSpc>
                <a:spcPct val="150000"/>
              </a:lnSpc>
              <a:buSzPts val="1850"/>
              <a:buFont typeface="Arial" panose="020B0604020202020204" pitchFamily="34" charset="0"/>
              <a:buChar char="•"/>
            </a:pPr>
            <a:r>
              <a:rPr lang="en-US" sz="2000" dirty="0">
                <a:solidFill>
                  <a:srgbClr val="2B3541"/>
                </a:solidFill>
                <a:latin typeface="+mn-lt"/>
                <a:cs typeface="Times New Roman"/>
              </a:rPr>
              <a:t>The solution can be scaled for enterprise-wide deployment to provide faster, proactive, and data-driven security monitoring across complex network infrastructures.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8" name="Picture 7">
            <a:extLst>
              <a:ext uri="{FF2B5EF4-FFF2-40B4-BE49-F238E27FC236}">
                <a16:creationId xmlns:a16="http://schemas.microsoft.com/office/drawing/2014/main" id="{D44BEDB9-18E4-7E1B-B423-D3604C98BE04}"/>
              </a:ext>
            </a:extLst>
          </p:cNvPr>
          <p:cNvPicPr>
            <a:picLocks noChangeAspect="1"/>
          </p:cNvPicPr>
          <p:nvPr/>
        </p:nvPicPr>
        <p:blipFill>
          <a:blip r:embed="rId2"/>
          <a:stretch>
            <a:fillRect/>
          </a:stretch>
        </p:blipFill>
        <p:spPr>
          <a:xfrm>
            <a:off x="1659061" y="1034320"/>
            <a:ext cx="8873877" cy="582367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4D42C185-3DB7-9C0B-2B22-3195ED8D6F20}"/>
              </a:ext>
            </a:extLst>
          </p:cNvPr>
          <p:cNvPicPr>
            <a:picLocks noChangeAspect="1"/>
          </p:cNvPicPr>
          <p:nvPr/>
        </p:nvPicPr>
        <p:blipFill>
          <a:blip r:embed="rId2"/>
          <a:stretch>
            <a:fillRect/>
          </a:stretch>
        </p:blipFill>
        <p:spPr>
          <a:xfrm>
            <a:off x="595556" y="903499"/>
            <a:ext cx="11000887" cy="5317420"/>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733</Words>
  <Application>Microsoft Office PowerPoint</Application>
  <PresentationFormat>Widescreen</PresentationFormat>
  <Paragraphs>69</Paragraphs>
  <Slides>17</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ROC Curve  (of PIPELINE 2):</vt:lpstr>
      <vt:lpstr>PowerPoint Presentation</vt:lpstr>
      <vt:lpstr>Output: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parimala dasu</cp:lastModifiedBy>
  <cp:revision>2</cp:revision>
  <dcterms:created xsi:type="dcterms:W3CDTF">2025-07-08T05:06:56Z</dcterms:created>
  <dcterms:modified xsi:type="dcterms:W3CDTF">2026-07-18T11:53:19Z</dcterms:modified>
</cp:coreProperties>
</file>